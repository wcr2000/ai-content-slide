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37160" cy="6748272"/>
          </a:xfrm>
          <a:prstGeom prst="rect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Arial Black"/>
              </a:rPr>
              <a:t>AI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D4FF"/>
                </a:solidFill>
                <a:latin typeface="Calibri"/>
              </a:rPr>
              <a:t>เรียนรู้การทำ AI สร้างคอนเทนต์ลง Instagram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657600"/>
            <a:ext cx="7616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F4F8"/>
                </a:solidFill>
                <a:latin typeface="Calibri"/>
              </a:rPr>
              <a:t>โดย 'เฟิร์ส'   |   19:00 น.   |   20 พฤษภาคม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663440"/>
            <a:ext cx="5788152" cy="1645920"/>
          </a:xfrm>
          <a:prstGeom prst="rect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48463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Meeting ID: 879 2997 9952   |   Passcode: 715682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394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Calibri"/>
              </a:rPr>
              <a:t>Zoom Online — เข้าร่วมได้เลย!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สิ่งที่เราจะเรียนรู้คืนนี้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430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21615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AI คืออะไร &amp; เครื่องมือที่ใช้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184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88"/>
                </a:solidFill>
                <a:latin typeface="Calibri"/>
              </a:rPr>
              <a:t>ChatGPT / Claude / Gemini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399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E78C8"/>
                </a:solidFill>
                <a:latin typeface="Calibri"/>
              </a:rPr>
              <a:t>10 นาที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48840"/>
            <a:ext cx="11430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224028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2199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เขียน Caption IG ด้วย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2432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88"/>
                </a:solidFill>
                <a:latin typeface="Calibri"/>
              </a:rPr>
              <a:t>Prompt เทคนิค + ปรับ 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404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9688"/>
                </a:solidFill>
                <a:latin typeface="Calibri"/>
              </a:rPr>
              <a:t>15 นาที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154680"/>
            <a:ext cx="11430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4612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2783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สร้างภาพ &amp; ดีไซน์ด้วย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3016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88"/>
                </a:solidFill>
                <a:latin typeface="Calibri"/>
              </a:rPr>
              <a:t>Canva AI + DALL·E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410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6B35"/>
                </a:solidFill>
                <a:latin typeface="Calibri"/>
              </a:rPr>
              <a:t>15 นาที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160520"/>
            <a:ext cx="11430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4251960"/>
            <a:ext cx="640080" cy="640080"/>
          </a:xfrm>
          <a:prstGeom prst="ellipse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3367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วางแผนคอนเทนต์ทั้งเดือน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63600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88"/>
                </a:solidFill>
                <a:latin typeface="Calibri"/>
              </a:rPr>
              <a:t>Content Calendar อัตโนมัติ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44165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E78C8"/>
                </a:solidFill>
                <a:latin typeface="Calibri"/>
              </a:rPr>
              <a:t>10 นาที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166360"/>
            <a:ext cx="11430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" y="525780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23951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โพสต์ลง IG อย่างถูกต้อง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6418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88"/>
                </a:solidFill>
                <a:latin typeface="Calibri"/>
              </a:rPr>
              <a:t>Hashtag + เวลา + Bio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54223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9688"/>
                </a:solidFill>
                <a:latin typeface="Calibri"/>
              </a:rPr>
              <a:t>10 นาที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AI คืออะไร &amp; เครื่องมือที่ใช้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1E3A6E"/>
          </a:solidFill>
          <a:ln w="25400">
            <a:solidFill>
              <a:srgbClr val="1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8"/>
                </a:solidFill>
                <a:latin typeface="Calibri"/>
              </a:rPr>
              <a:t>ของ OpenAI
ใช้ได้ฟรี เขียน
และสร้างภาพ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474720" cy="4114800"/>
          </a:xfrm>
          <a:prstGeom prst="rect">
            <a:avLst/>
          </a:prstGeom>
          <a:solidFill>
            <a:srgbClr val="1E3A6E"/>
          </a:solidFill>
          <a:ln w="254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474720" cy="457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173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8"/>
                </a:solidFill>
                <a:latin typeface="Calibri"/>
              </a:rPr>
              <a:t>ของ Anthropic
ฉลาดเรื่องข้อความ
ปลอดภัยสูง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474720" cy="4114800"/>
          </a:xfrm>
          <a:prstGeom prst="rect">
            <a:avLst/>
          </a:prstGeom>
          <a:solidFill>
            <a:srgbClr val="1E3A6E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173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8"/>
                </a:solidFill>
                <a:latin typeface="Calibri"/>
              </a:rPr>
              <a:t>ของ Google
เชื่อม Google
Docs/Drive ได้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solidFill>
            <a:srgbClr val="008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74243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💡 ไม่ต้องเขียนโค้ด  |  ใช้งานฟรีได้เลย  |  เหมาะสำหรับมือใหม่ทุกคน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เขียน Caption IG ด้วย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577840" cy="521208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🔤 ตัวอย่าง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5120640" cy="1234440"/>
          </a:xfrm>
          <a:prstGeom prst="rect">
            <a:avLst/>
          </a:prstGeom>
          <a:solidFill>
            <a:srgbClr val="1E3A6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"เขียน caption IG
โปรโมทสินค้าสุขภาพ
น่าสนใจ ใส่ emoji
ความยาว 150 คำ"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74720"/>
            <a:ext cx="5120640" cy="1234440"/>
          </a:xfrm>
          <a:prstGeom prst="rect">
            <a:avLst/>
          </a:prstGeom>
          <a:solidFill>
            <a:srgbClr val="1E3A6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"เขียน caption IG
รีวิวอาหาร โทนกันเอง
สำหรับคนรุ่นใหม่"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92040"/>
            <a:ext cx="5120640" cy="1234440"/>
          </a:xfrm>
          <a:prstGeom prst="rect">
            <a:avLst/>
          </a:prstGeom>
          <a:solidFill>
            <a:srgbClr val="1E3A6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983479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"สร้าง caption IG
แนะนำตัวธุรกิจ
โทนมืออาชีพ น่าเชื่อถือ"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577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🎨 เทคนิคปรับ Tone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057400"/>
            <a:ext cx="91440" cy="1280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😊 น่ารัก / กันเอง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ใช้ emoji เยอะ ภาษาไม่เป็นทางการ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611880"/>
            <a:ext cx="91440" cy="1280160"/>
          </a:xfrm>
          <a:prstGeom prst="rect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💼 มืออาชีพ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ภาษาสุภาพ ข้อมูลชัดเจน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5166360"/>
            <a:ext cx="91440" cy="128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212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🔥 กระตุ้นการซื้อ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6692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CTA ชัด สร้าง urgency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สร้างภาพ &amp; ดีไซน์ด้วย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657600" cy="5257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657600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 Black"/>
              </a:rPr>
              <a:t>🎨 Canva AI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77440"/>
            <a:ext cx="256032" cy="25603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Magic Write — เขียน caption อัตโนมัติ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46120"/>
            <a:ext cx="256032" cy="25603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Text to Image — สร้างภาพจากข้อความ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114800"/>
            <a:ext cx="256032" cy="25603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Magic Edit — แก้ไขภาพด้วย AI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983479"/>
            <a:ext cx="256032" cy="25603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Brand Kit — สีและโลโก้อัตโนมัติ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25880"/>
            <a:ext cx="3657600" cy="5257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325880"/>
            <a:ext cx="3657600" cy="777240"/>
          </a:xfrm>
          <a:prstGeom prst="rect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3716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 Black"/>
              </a:rPr>
              <a:t>🤖 ChatGPT
(DALL·E)</a:t>
            </a:r>
          </a:p>
        </p:txBody>
      </p:sp>
      <p:sp>
        <p:nvSpPr>
          <p:cNvPr id="19" name="Oval 18"/>
          <p:cNvSpPr/>
          <p:nvPr/>
        </p:nvSpPr>
        <p:spPr>
          <a:xfrm>
            <a:off x="4480560" y="2377440"/>
            <a:ext cx="256032" cy="256032"/>
          </a:xfrm>
          <a:prstGeom prst="ellipse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2860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สร้างภาพจากคำอธิบายภาษาไทย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3246120"/>
            <a:ext cx="256032" cy="256032"/>
          </a:xfrm>
          <a:prstGeom prst="ellipse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ปรับสไตล์ภาพได้หลากหลาย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4114800"/>
            <a:ext cx="256032" cy="256032"/>
          </a:xfrm>
          <a:prstGeom prst="ellipse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402336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สร้าง mockup สินค้า</a:t>
            </a:r>
          </a:p>
        </p:txBody>
      </p:sp>
      <p:sp>
        <p:nvSpPr>
          <p:cNvPr id="25" name="Oval 24"/>
          <p:cNvSpPr/>
          <p:nvPr/>
        </p:nvSpPr>
        <p:spPr>
          <a:xfrm>
            <a:off x="4480560" y="4983479"/>
            <a:ext cx="256032" cy="256032"/>
          </a:xfrm>
          <a:prstGeom prst="ellipse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8920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ออกแบบ poster &amp; banner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325880"/>
            <a:ext cx="3657600" cy="5257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325880"/>
            <a:ext cx="3657600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3716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 Black"/>
              </a:rPr>
              <a:t>✨ Tips
สำหรับ IG</a:t>
            </a:r>
          </a:p>
        </p:txBody>
      </p:sp>
      <p:sp>
        <p:nvSpPr>
          <p:cNvPr id="30" name="Oval 29"/>
          <p:cNvSpPr/>
          <p:nvPr/>
        </p:nvSpPr>
        <p:spPr>
          <a:xfrm>
            <a:off x="8412480" y="2377440"/>
            <a:ext cx="256032" cy="25603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22860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ใช้ขนาด 1080x1080 (โพสต์)</a:t>
            </a:r>
          </a:p>
        </p:txBody>
      </p:sp>
      <p:sp>
        <p:nvSpPr>
          <p:cNvPr id="32" name="Oval 31"/>
          <p:cNvSpPr/>
          <p:nvPr/>
        </p:nvSpPr>
        <p:spPr>
          <a:xfrm>
            <a:off x="8412480" y="3246120"/>
            <a:ext cx="256032" cy="25603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ใช้ขนาด 1080x1920 (Story)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4114800"/>
            <a:ext cx="256032" cy="25603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402336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สีต้องสอดคล้องกับ brand</a:t>
            </a:r>
          </a:p>
        </p:txBody>
      </p:sp>
      <p:sp>
        <p:nvSpPr>
          <p:cNvPr id="36" name="Oval 35"/>
          <p:cNvSpPr/>
          <p:nvPr/>
        </p:nvSpPr>
        <p:spPr>
          <a:xfrm>
            <a:off x="8412480" y="4983479"/>
            <a:ext cx="256032" cy="25603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48920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ทดลองหลาย style แล้วเลือก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วางแผนคอนเทนต์ทั้งเดือนใน 5 นาที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943600" cy="5257800"/>
          </a:xfrm>
          <a:prstGeom prst="rect">
            <a:avLst/>
          </a:prstGeom>
          <a:solidFill>
            <a:srgbClr val="1E3A6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💬 Prompt ที่ใช้ได้เลย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Calibri"/>
              </a:rPr>
              <a:t>"ช่วยวางแผนโพสต์ Instagram
30 วัน หัวข้อสุขภาพและ
การดูแลตัวเอง รูปแบบหลากหลาย
ทั้ง Reel, Carousel, Story
ใส่ emoji และ hashtag ด้วย"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→ AI จะสร้าง 30 ไอเดียให้ทันที!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⚡ Repurpose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"/>
              </a:rPr>
              <a:t>1 ไอเดีย → หลายโพสต์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377440"/>
            <a:ext cx="5212080" cy="8229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Blog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"/>
              </a:rPr>
              <a:t>→ Caption IG + Thread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3383280"/>
            <a:ext cx="5212080" cy="8229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วิดีโอยาว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"/>
              </a:rPr>
              <a:t>→ Reel สั้น + 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4389120"/>
            <a:ext cx="5212080" cy="8229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Infographic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"/>
              </a:rPr>
              <a:t>→ Carousel หลาย Slide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5394960"/>
            <a:ext cx="5212080" cy="8229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5440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5440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"/>
              </a:rPr>
              <a:t>→ Poll Story + Post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โพสต์ลง IG อย่างถูกต้อง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657600" cy="5257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657600" cy="685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Black"/>
              </a:rPr>
              <a:t>#️⃣ Hashtag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9688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ใช้ AI แนะนำ hashtag ที่ตรงกับเนื้อหา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9688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Mix: ใหญ่ (1M+) + กลาง + เล็ก (niche)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7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9688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54879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IG แนะนำ 3-5 tags ต่อโพสต์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657600" cy="5257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25880"/>
            <a:ext cx="3657600" cy="685800"/>
          </a:xfrm>
          <a:prstGeom prst="rect">
            <a:avLst/>
          </a:prstGeom>
          <a:solidFill>
            <a:srgbClr val="1E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3716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Black"/>
              </a:rPr>
              <a:t>⏰ เวลาโพสต์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78C8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1945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ช่วงดี: 08:00-09:00 / 12:00-13:00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78C8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4747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ช่วงเย็น: 19:00-21:00 ดีที่สุด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75487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78C8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754879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ดูจาก IG Insights ของตัวเอง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325880"/>
            <a:ext cx="3657600" cy="5257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325880"/>
            <a:ext cx="36576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3716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Black"/>
              </a:rPr>
              <a:t>👤 Bio &amp;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1945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ให้ AI เขียน bio 150 ตัวอักษร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4747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ใส่ keyword ที่คนค้นหา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75487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754879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Link-in-bio เชื่อมสินค้า/บริการ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 Black"/>
              </a:rPr>
              <a:t>🎁 BONUS +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3566160" cy="3200400"/>
          </a:xfrm>
          <a:prstGeom prst="rect">
            <a:avLst/>
          </a:prstGeom>
          <a:solidFill>
            <a:srgbClr val="1E3A6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  <a:latin typeface="Calibri"/>
              </a:rPr>
              <a:t>📋 Prompt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แจก Template สำเร็จรูป
ใช้ได้ทันทีหลังเรียน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25880"/>
            <a:ext cx="3566160" cy="3200400"/>
          </a:xfrm>
          <a:prstGeom prst="rect">
            <a:avLst/>
          </a:prstGeom>
          <a:solidFill>
            <a:srgbClr val="1E3A6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  <a:latin typeface="Calibri"/>
              </a:rPr>
              <a:t>⚠️ ข้อผิดพลาดที่ต้องระวัง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สิ่งที่มือใหม่มักทำผิด
กับ AI และวิธีแก้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25880"/>
            <a:ext cx="3566160" cy="3200400"/>
          </a:xfrm>
          <a:prstGeom prst="rect">
            <a:avLst/>
          </a:prstGeom>
          <a:solidFill>
            <a:srgbClr val="1E3A6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463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  <a:latin typeface="Calibri"/>
              </a:rPr>
              <a:t>🔗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เว็บและ Tool
ที่แนะนำให้ลองใช้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709160"/>
            <a:ext cx="11430000" cy="18288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  <a:latin typeface="Calibri"/>
              </a:rPr>
              <a:t>❓ ถาม-ตอบ &amp; ฝึกปฏิบัติ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เปิดกล้อง / ไมค์ถามได้เลย — ไม่มีคำถามที่ผิด!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Arial Black"/>
              </a:rPr>
              <a:t>ขอบคุณทุกคนที่มาร่วม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0D4FF"/>
                </a:solidFill>
                <a:latin typeface="Calibri"/>
              </a:rPr>
              <a:t>AI Working Session 🚀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474720"/>
            <a:ext cx="7616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0F4F8"/>
                </a:solidFill>
                <a:latin typeface="Calibri"/>
              </a:rPr>
              <a:t>ลองใช้ AI สร้างคอนเทนต์แรกของคุณวันนี้เลย!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480560"/>
            <a:ext cx="8531352" cy="16459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617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00D4FF"/>
                </a:solidFill>
                <a:latin typeface="Calibri"/>
              </a:rPr>
              <a:t>โดย 'เฟิร์ส'   |   จ็กกี้ &amp; หนิง   |   MC จอย &amp; กิ้ม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166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F4F8"/>
                </a:solidFill>
                <a:latin typeface="Calibri"/>
              </a:rPr>
              <a:t>ติดตาม &amp; ถามเพิ่มเติมได้ทาง IG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