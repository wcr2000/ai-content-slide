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A78BFA"/>
                </a:solidFill>
                <a:latin typeface="Arial"/>
              </a:defRPr>
            </a:pPr>
            <a:r>
              <a:t>AI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สอนทำคอนเทนต์ด้วย AI ลง Social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BBBCC"/>
                </a:solidFill>
                <a:latin typeface="Arial"/>
              </a:defRPr>
            </a:pPr>
            <a:r>
              <a:t>Instagram  •  TikTok  •  YouTube  •  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BBCC"/>
                </a:solidFill>
                <a:latin typeface="Arial"/>
              </a:defRPr>
            </a:pPr>
            <a:r>
              <a:t>ใช้ AI สร้างคอนเทนต์ ตั้งแต่ Caption, ภาพ, บทพูดคลิป, วางแผนทั้งเดือน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6492240"/>
            <a:ext cx="12191695" cy="36576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6492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Arial"/>
              </a:defRPr>
            </a:pPr>
            <a:r>
              <a:t>Online Session  •  60-75 นาที  •  สำหรับผู้เริ่มต้น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สิ่งที่จะได้เรียนรู้วันนี้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54864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AI คืออะไร &amp; ใช้ตัวไหนดี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417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BBBBCC"/>
                </a:solidFill>
                <a:latin typeface="Arial"/>
              </a:defRPr>
            </a:pPr>
            <a:r>
              <a:t>10 นาที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194560"/>
            <a:ext cx="548640" cy="5486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เขียน Caption ด้วย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240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BBBBCC"/>
                </a:solidFill>
                <a:latin typeface="Arial"/>
              </a:defRPr>
            </a:pPr>
            <a:r>
              <a:t>15 นาที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017520"/>
            <a:ext cx="548640" cy="54864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063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สร้างภาพ / ดีไซน์ด้วย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BBBBCC"/>
                </a:solidFill>
                <a:latin typeface="Arial"/>
              </a:defRPr>
            </a:pPr>
            <a:r>
              <a:t>15 นาที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840480"/>
            <a:ext cx="548640" cy="54864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8862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วางแผนคอนเทนต์ทั้งเดือน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886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BBBBCC"/>
                </a:solidFill>
                <a:latin typeface="Arial"/>
              </a:defRPr>
            </a:pPr>
            <a:r>
              <a:t>10 นาที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663440"/>
            <a:ext cx="548640" cy="54864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709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โพสต์อย่างถูกต้อง (ทุก Platform)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709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BBBBCC"/>
                </a:solidFill>
                <a:latin typeface="Arial"/>
              </a:defRPr>
            </a:pPr>
            <a:r>
              <a:t>10 นาที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486400"/>
            <a:ext cx="548640" cy="5486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532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ให้ AI เขียนบทพูดสำหรับคลิป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532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0">
                <a:solidFill>
                  <a:srgbClr val="BBBBCC"/>
                </a:solidFill>
                <a:latin typeface="Arial"/>
              </a:defRPr>
            </a:pPr>
            <a:r>
              <a:t>10-15 นาที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AI คืออะไร &amp; ใช้ตัวไหนดี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78BFA"/>
                </a:solidFill>
                <a:latin typeface="Arial"/>
              </a:defRPr>
            </a:pPr>
            <a:r>
              <a:t>AI = เครื่องมือที่เราพิมพ์คำสั่ง (Prompt) แล้วมันสร้างผลลัพธ์ให้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CC"/>
                </a:solidFill>
                <a:latin typeface="Arial"/>
              </a:defRPr>
            </a:pPr>
            <a:r>
              <a:t>ไม่ต้องเขียนโค้ด ไม่ต้องมีพื้นฐานโปรแกรม — แค่พิมพ์ภาษาไทยก็ใช้ได้เลย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383280" cy="3840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7C3AED"/>
                </a:solidFill>
                <a:latin typeface="Arial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Arial"/>
              </a:defRPr>
            </a:pPr>
            <a:r>
              <a:t>by OpenAI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ใช้ง่ายที่สุด</a:t>
            </a:r>
            <a:br/>
            <a:r>
              <a:t>สร้างภาพได้ (DALL-E)</a:t>
            </a:r>
            <a:br/>
            <a:r>
              <a:t>มีแอปมือถือ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6692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78BFA"/>
                </a:solidFill>
                <a:latin typeface="Arial"/>
              </a:defRPr>
            </a:pPr>
            <a:r>
              <a:t>chat.openai.com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468880"/>
            <a:ext cx="3383280" cy="3840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6517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472B6"/>
                </a:solidFill>
                <a:latin typeface="Arial"/>
              </a:defRPr>
            </a:pPr>
            <a:r>
              <a:t>Claude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1089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Arial"/>
              </a:defRPr>
            </a:pPr>
            <a:r>
              <a:t>by Anthropic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56616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ภาษาไทยดีมาก</a:t>
            </a:r>
            <a:br/>
            <a:r>
              <a:t>งานเขียนยาว</a:t>
            </a:r>
            <a:br/>
            <a:r>
              <a:t>เข้าใจ context ลึก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6692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78BFA"/>
                </a:solidFill>
                <a:latin typeface="Arial"/>
              </a:defRPr>
            </a:pPr>
            <a:r>
              <a:t>claude.ai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9" y="2468880"/>
            <a:ext cx="3383280" cy="3840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19" y="26517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8BDF8"/>
                </a:solidFill>
                <a:latin typeface="Arial"/>
              </a:defRPr>
            </a:pPr>
            <a:r>
              <a:t>Gemini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19" y="31089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Arial"/>
              </a:defRPr>
            </a:pPr>
            <a:r>
              <a:t>by Google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56616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เชื่อม Google ได้</a:t>
            </a:r>
            <a:br/>
            <a:r>
              <a:t>สร้างภาพได้</a:t>
            </a:r>
            <a:br/>
            <a:r>
              <a:t>ค้นหาข้อมูลเรียลไทม์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56692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78BFA"/>
                </a:solidFill>
                <a:latin typeface="Arial"/>
              </a:defRPr>
            </a:pPr>
            <a:r>
              <a:t>gemini.google.com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เปรียบเทียบเครื่องมือ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7432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ฟีเจอร์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371600"/>
            <a:ext cx="27432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ChatGPT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27432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Claude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1371600"/>
            <a:ext cx="274320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Gemini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574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เขียน Caption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0574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ดีมาก 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574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ดีมาก 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20574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ดี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สร้างภาพ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7432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ได้ (DALL-E)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7432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ไม่ได้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27432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ได้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290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ภาษาไทย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34290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ดี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4290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ดีมาก 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4290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ดี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1148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ใช้ฟรี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1148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ได้ (จำกัด)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1148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ได้ (จำกัด)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41148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ได้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8006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เชื่อม Google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8006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ไม่ได้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8006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ไม่ได้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4800600"/>
            <a:ext cx="2743200" cy="64008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0">
                <a:solidFill>
                  <a:srgbClr val="A78BFA"/>
                </a:solidFill>
                <a:latin typeface="Arial"/>
              </a:defRPr>
            </a:pPr>
            <a:r>
              <a:t>ได้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Arial"/>
              </a:defRPr>
            </a:pPr>
            <a:r>
              <a:t>💡 แนะนำ: เริ่มต้นใช้ ChatGPT ก่อน → ถ้าเน้นเขียน ลอง Claude → ถ้าใช้ Google อยู่แล้ว ลอง 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CC"/>
                </a:solidFill>
                <a:latin typeface="Arial"/>
              </a:defRPr>
            </a:pPr>
            <a:r>
              <a:t>ใช้ได้หลายตัวพร้อมกัน! ลอง prompt เดียวกันถามทุกตัว แล้วเลือกคำตอบที่ชอบที่สุด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เขียน Caption ด้วย AI — Prompt คืออะไร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A78BFA"/>
                </a:solidFill>
                <a:latin typeface="Arial"/>
              </a:defRPr>
            </a:pPr>
            <a:r>
              <a:t>Prompt = คำสั่งที่เราพิมพ์ให้ AI — ยิ่งบอกชัด ผลลัพธ์ยิ่งดี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515600" cy="10972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72B6"/>
                </a:solidFill>
                <a:latin typeface="Arial"/>
              </a:defRPr>
            </a:pPr>
            <a:r>
              <a:t>สูตร Prompt พื้นฐาน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Arial"/>
              </a:defRPr>
            </a:pPr>
            <a:r>
              <a:t>เขียน [ประเภทเนื้อหา] เรื่อง [หัวข้อ] สไตล์ [โทน] ความยาว [จำนวนคำ] ใส่ [emoji/hashtag/CTA]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5029200" cy="27432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Arial"/>
              </a:defRPr>
            </a:pPr>
            <a:r>
              <a:t>❌  Prompt แบบนี้ ผลลัพธ์ไม่ดี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CC"/>
                </a:solidFill>
                <a:latin typeface="Arial"/>
              </a:defRPr>
            </a:pPr>
            <a:r>
              <a:t>"เขียน caption"</a:t>
            </a:r>
            <a:br/>
            <a:br/>
            <a:r>
              <a:t>→ AI ไม่รู้ว่าขายอะไร ให้ใคร โทนแบบไหน</a:t>
            </a:r>
            <a:br/>
            <a:r>
              <a:t>   ได้ผลลัพธ์กว้างเกินไป ใช้ไม่ได้จริง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474720"/>
            <a:ext cx="5029200" cy="27432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Arial"/>
              </a:defRPr>
            </a:pPr>
            <a:r>
              <a:t>✅  Prompt แบบนี้ ได้ผลลัพธ์ดี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CC"/>
                </a:solidFill>
                <a:latin typeface="Arial"/>
              </a:defRPr>
            </a:pPr>
            <a:r>
              <a:t>"เขียน caption IG สินค้าครีมบำรุงผิว</a:t>
            </a:r>
            <a:br/>
            <a:r>
              <a:t>โทนน่ารัก สำหรับสาววัยทำงาน</a:t>
            </a:r>
            <a:br/>
            <a:r>
              <a:t>ใส่ emoji ความยาว 150 คำ มี CTA ชวน DM"</a:t>
            </a:r>
            <a:br/>
            <a:br/>
            <a:r>
              <a:t>→ ได้ผลลัพธ์ตรงใจ ใช้ได้เลย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เทคนิคปรับ Tone — เปลี่ยนโทนได้ตาม Brand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65176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472B6"/>
                </a:solidFill>
                <a:latin typeface="Arial"/>
              </a:defRPr>
            </a:pPr>
            <a:r>
              <a:t>น่ารัก / สดใส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emoji เยอะ สนุกสดใส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แฟชั่น, บิวตี้, อาหาร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371600"/>
            <a:ext cx="265176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Arial"/>
              </a:defRPr>
            </a:pPr>
            <a:r>
              <a:t>มืออาชีพ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920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น่าเชื่อถือ ใช้ข้อมูลสนับสนุน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5603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การเงิน, สุขภาพ, เทค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371600"/>
            <a:ext cx="265176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Arial"/>
              </a:defRPr>
            </a:pPr>
            <a:r>
              <a:t>กันเอง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1920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เหมือนคุยกับเพื่อน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5603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ไลฟ์สไตล์, คาเฟ่, ท่องเที่ยว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1371600"/>
            <a:ext cx="265176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Arial"/>
              </a:defRPr>
            </a:pPr>
            <a:r>
              <a:t>สร้างแรงบันดาลใจ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5480" y="1920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motivational ปลุกพลัง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5603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ฟิตเนส, พัฒนาตัวเอง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ปรับ Caption ตามแพลตฟอร์ม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72000"/>
            <a:ext cx="2651760" cy="16459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472B6"/>
                </a:solidFill>
                <a:latin typeface="Arial"/>
              </a:defRPr>
            </a:pPr>
            <a:r>
              <a:t>Instagram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100-200 คำ, emoji, hashtag 20-25 อัน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4572000"/>
            <a:ext cx="2651760" cy="16459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9476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Arial"/>
              </a:defRPr>
            </a:pPr>
            <a: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51206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50-150 คำ, เล่าเรื่อง, hashtag 3-5 อัน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4572000"/>
            <a:ext cx="2651760" cy="16459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F0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0050"/>
                </a:solidFill>
                <a:latin typeface="Arial"/>
              </a:defRPr>
            </a:pPr>
            <a:r>
              <a:t>TikTok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1206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20-50 คำ (สั้นมาก), trending hashtag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600" y="4572000"/>
            <a:ext cx="2651760" cy="16459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5548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0000"/>
                </a:solidFill>
                <a:latin typeface="Arial"/>
              </a:defRPr>
            </a:pPr>
            <a:r>
              <a:t>YouTube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480" y="512064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Description 100-300 คำ, SEO keyword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สร้างภาพ / ดีไซน์ด้วย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303520" cy="32004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38BDF8"/>
                </a:solidFill>
                <a:latin typeface="Arial"/>
              </a:defRPr>
            </a:pPr>
            <a:r>
              <a:t>Canva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• Magic Write — ช่วยเขียนข้อความ</a:t>
            </a:r>
            <a:br/>
            <a:r>
              <a:t>• Text to Image — พิมพ์คำอธิบาย สร้างภาพ</a:t>
            </a:r>
            <a:br/>
            <a:r>
              <a:t>• Magic Design — ใส่ข้อมูล ได้ template</a:t>
            </a:r>
            <a:br/>
            <a:br/>
            <a:r>
              <a:t>✅ Template สำเร็จรูปเยอะ</a:t>
            </a:r>
            <a:br/>
            <a:r>
              <a:t>✅ ลาก-วาง ง่าย</a:t>
            </a:r>
            <a:br/>
            <a:r>
              <a:t>✅ ฟรี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303520" cy="32004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4ADE80"/>
                </a:solidFill>
                <a:latin typeface="Arial"/>
              </a:defRPr>
            </a:pPr>
            <a:r>
              <a:t>ChatGPT (DALL-E)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• พิมพ์ prompt อธิบายภาพที่ต้องการ</a:t>
            </a:r>
            <a:br/>
            <a:r>
              <a:t>• สร้างภาพจากจินตนาการได้เลย</a:t>
            </a:r>
            <a:br/>
            <a:r>
              <a:t>• ไม่ต้องหา stock photo</a:t>
            </a:r>
            <a:br/>
            <a:br/>
            <a:r>
              <a:t>✅ ภาพประกอบโพสต์</a:t>
            </a:r>
            <a:br/>
            <a:r>
              <a:t>✅ Product mockup</a:t>
            </a:r>
            <a:br/>
            <a:r>
              <a:t>✅ Illustration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46320"/>
            <a:ext cx="10698480" cy="9144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Arial"/>
              </a:defRPr>
            </a:pPr>
            <a:r>
              <a:t>สูตร Prompt สร้างภาพ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rial"/>
              </a:defRPr>
            </a:pPr>
            <a:r>
              <a:t>สร้างภาพ [สไตล์] เรื่อง [หัวข้อ] สี [โทนสี] บรรยากาศ [mood] มี [องค์ประกอบ]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Arial"/>
              </a:defRPr>
            </a:pPr>
            <a:r>
              <a:t>ขนาดภาพ:  IG Post 1080x1080  |  Story/Reels/TikTok 1080x1920  |  FB Post 1200x630  |  YT Thumbnail 1280x720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วางแผนคอนเทนต์ทั้งเดือนใน 5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Arial"/>
              </a:defRPr>
            </a:pPr>
            <a:r>
              <a:t>ทำไมต้องวางแผน?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BBBBCC"/>
                </a:solidFill>
                <a:latin typeface="Arial"/>
              </a:defRPr>
            </a:pPr>
            <a:r>
              <a:t>• โพสต์สม่ำเสมอ → Algorithm ชอบ → คนเห็นเยอะขึ้น</a:t>
            </a:r>
          </a:p>
          <a:p>
            <a:pPr>
              <a:spcAft>
                <a:spcPts val="800"/>
              </a:spcAft>
              <a:defRPr sz="1600">
                <a:solidFill>
                  <a:srgbClr val="BBBBCC"/>
                </a:solidFill>
                <a:latin typeface="Arial"/>
              </a:defRPr>
            </a:pPr>
            <a:r>
              <a:t>• ไม่ต้องคิดหัวข้อตอนจะโพสต์ → ลดความเครียด</a:t>
            </a:r>
          </a:p>
          <a:p>
            <a:pPr>
              <a:spcAft>
                <a:spcPts val="800"/>
              </a:spcAft>
              <a:defRPr sz="1600">
                <a:solidFill>
                  <a:srgbClr val="BBBBCC"/>
                </a:solidFill>
                <a:latin typeface="Arial"/>
              </a:defRPr>
            </a:pPr>
            <a:r>
              <a:t>• เนื้อหาหลากหลาย → คนติดตามไม่เบื่อ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สูตร Content Mix ที่แนะนำ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2103120" cy="1828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38BDF8"/>
                </a:solidFill>
                <a:latin typeface="Arial"/>
              </a:defRPr>
            </a:pPr>
            <a: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14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ให้ความรู้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Arial"/>
              </a:defRPr>
            </a:pPr>
            <a:r>
              <a:t>Tips, How-to, สาระ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474720"/>
            <a:ext cx="2103120" cy="1828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35661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472B6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4114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Engagement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Arial"/>
              </a:defRPr>
            </a:pPr>
            <a:r>
              <a:t>Poll, Q&amp;A, Quiz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74720"/>
            <a:ext cx="2103120" cy="1828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5661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4ADE80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4114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โปรโมท/ขาย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Arial"/>
              </a:defRPr>
            </a:pPr>
            <a:r>
              <a:t>Review, สินค้าแนะนำ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3474720"/>
            <a:ext cx="2103120" cy="1828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80" y="35661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BBF24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80" y="4114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แรงบันดาลใจ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Arial"/>
              </a:defRPr>
            </a:pPr>
            <a:r>
              <a:t>Quote, เรื่องเล่า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3474720"/>
            <a:ext cx="2103120" cy="1828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35661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A78BFA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4114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เบื้องหลัง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Arial"/>
              </a:defRPr>
            </a:pPr>
            <a:r>
              <a:t>Behind the scenes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577840"/>
            <a:ext cx="10698480" cy="9144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623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Arial"/>
              </a:defRPr>
            </a:pPr>
            <a:r>
              <a:t>Prompt วางแผน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897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"วางแผนโพสต์ IG + TikTok + Facebook 30 วัน หัวข้อ [xxx] แบ่งสัดส่วน 40% ความรู้ 20% engagement 20% โปรโมท 10% แรงบันดาลใจ 10% เบื้องหลัง"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Repurpose — 1 เนื้อหา ลงได้ทุกแพลตฟอร์ม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78BFA"/>
                </a:solidFill>
                <a:latin typeface="Arial"/>
              </a:defRPr>
            </a:pPr>
            <a:r>
              <a:t>ตัวอย่าง: หัวข้อ "อาหารเช้าสุขภาพดี"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651760" cy="25603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472B6"/>
                </a:solidFill>
                <a:latin typeface="Arial"/>
              </a:defRPr>
            </a:pPr>
            <a:r>
              <a:t>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Carousel 5 ภาพ</a:t>
            </a:r>
            <a:br/>
            <a:r>
              <a:t>+ Caption ยาว</a:t>
            </a:r>
            <a:br/>
            <a:r>
              <a:t>+ Hashtag 20 อัน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828800"/>
            <a:ext cx="2651760" cy="25603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F0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0050"/>
                </a:solidFill>
                <a:latin typeface="Arial"/>
              </a:defRPr>
            </a:pPr>
            <a:r>
              <a:t>TikTok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4688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คลิป 30 วินาที</a:t>
            </a:r>
            <a:br/>
            <a:r>
              <a:t>ถ่าย timelapse ทำอาหาร</a:t>
            </a:r>
            <a:br/>
            <a:r>
              <a:t>+ เพลง trending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828800"/>
            <a:ext cx="2651760" cy="25603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0000"/>
                </a:solidFill>
                <a:latin typeface="Arial"/>
              </a:defRPr>
            </a:pPr>
            <a:r>
              <a:t>YouTube Shorts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คลิป 60 วินาที</a:t>
            </a:r>
            <a:br/>
            <a:r>
              <a:t>พูดอธิบาย + ถ่ายทำ</a:t>
            </a:r>
            <a:br/>
            <a:r>
              <a:t>เน้นสาระ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72600" y="1828800"/>
            <a:ext cx="2651760" cy="25603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Arial"/>
              </a:defRPr>
            </a:pPr>
            <a:r>
              <a:t>Facebook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24688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Post รูปเดียว</a:t>
            </a:r>
            <a:br/>
            <a:r>
              <a:t>+ เล่าเรื่อง</a:t>
            </a:r>
            <a:br/>
            <a:r>
              <a:t>+ ถามคำถาม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Arial"/>
              </a:defRPr>
            </a:pPr>
            <a:r>
              <a:t>💡 เนื้อหาเดียวกัน ปรับรูปแบบให้เข้ากับแต่ละแพลตฟอร์ม — ไม่ต้องคิดใหม่ทุกครั้ง!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94960"/>
            <a:ext cx="10698480" cy="10972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406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Arial"/>
              </a:defRPr>
            </a:pPr>
            <a:r>
              <a:t>Prompt Repurpose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"จากเนื้อหาเรื่อง [xxx] ช่วยแตกเป็นคอนเทนต์สำหรับ IG (Carousel), TikTok (คลิปสั้น), YouTube (คลิปยาว), Facebook (Post) พร้อม caption และบทพูด"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1A2E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2E"/>
                </a:solidFill>
                <a:latin typeface="Arial"/>
              </a:defRPr>
            </a:pPr>
            <a:r>
              <a:t>โพสต์ลง Social Media อย่างถูกต้อง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Hashtag &amp; เวลาโพสต์ แต่ละแพลตฟอร์ม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011680" cy="100584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472B6"/>
                </a:solidFill>
                <a:latin typeface="Arial"/>
              </a:defRPr>
            </a:pPr>
            <a:r>
              <a:t>Instagram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737360"/>
            <a:ext cx="320040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783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20-25 hashtag</a:t>
            </a:r>
            <a:br/>
            <a:r>
              <a:t>ผสม popular/medium/niche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301752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07-09, 12-13, 18-21 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737360"/>
            <a:ext cx="228600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17830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78BFA"/>
                </a:solidFill>
                <a:latin typeface="Arial"/>
              </a:defRPr>
            </a:pPr>
            <a:r>
              <a:t>1 โพสต์/วัน</a:t>
            </a:r>
            <a:br/>
            <a:r>
              <a:t>+ Story 3-5/วัน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2011680" cy="100584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F0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260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0050"/>
                </a:solidFill>
                <a:latin typeface="Arial"/>
              </a:defRPr>
            </a:pPr>
            <a:r>
              <a:t>TikTok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2880360"/>
            <a:ext cx="320040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3-5 hashtag</a:t>
            </a:r>
            <a:br/>
            <a:r>
              <a:t>+ trending hashtag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80360"/>
            <a:ext cx="301752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92608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12-13, 19-22 น.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2880360"/>
            <a:ext cx="228600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29260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78BFA"/>
                </a:solidFill>
                <a:latin typeface="Arial"/>
              </a:defRPr>
            </a:pPr>
            <a:r>
              <a:t>1-3 คลิป/วัน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023360"/>
            <a:ext cx="2011680" cy="100584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0690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0000"/>
                </a:solidFill>
                <a:latin typeface="Arial"/>
              </a:defRPr>
            </a:pPr>
            <a:r>
              <a:t>YouTube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4023360"/>
            <a:ext cx="320040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4069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ใส่ใน tags</a:t>
            </a:r>
            <a:br/>
            <a:r>
              <a:t>+ description (SEO)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023360"/>
            <a:ext cx="301752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06908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17-20 น. (คลิปยาว)</a:t>
            </a:r>
            <a:br/>
            <a:r>
              <a:t>ทุกเวลา (Shorts)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0" y="4023360"/>
            <a:ext cx="228600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40690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78BFA"/>
                </a:solidFill>
                <a:latin typeface="Arial"/>
              </a:defRPr>
            </a:pPr>
            <a:r>
              <a:t>1-2 คลิป/สัปดาห์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166360"/>
            <a:ext cx="2011680" cy="100584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2120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Arial"/>
              </a:defRPr>
            </a:pPr>
            <a:r>
              <a:t>Facebook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26080" y="5166360"/>
            <a:ext cx="320040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5212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3-5 hashtag</a:t>
            </a:r>
            <a:br/>
            <a:r>
              <a:t>(ไม่สำคัญเท่า IG)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5166360"/>
            <a:ext cx="301752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21208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09-11, 13-15, 19-21 น.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60" y="5166360"/>
            <a:ext cx="2286000" cy="1005840"/>
          </a:xfrm>
          <a:prstGeom prst="round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0" y="52120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78BFA"/>
                </a:solidFill>
                <a:latin typeface="Arial"/>
              </a:defRPr>
            </a:pPr>
            <a:r>
              <a:t>1 โพสต์/วัน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15087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BBBCC"/>
                </a:solidFill>
                <a:latin typeface="Arial"/>
              </a:defRPr>
            </a:pPr>
            <a:r>
              <a:t>แพลตฟอร์ม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1508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BBBCC"/>
                </a:solidFill>
                <a:latin typeface="Arial"/>
              </a:defRPr>
            </a:pPr>
            <a:r>
              <a:t>Hashtag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15087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BBBCC"/>
                </a:solidFill>
                <a:latin typeface="Arial"/>
              </a:defRPr>
            </a:pPr>
            <a:r>
              <a:t>เวลาโพสต์ที่ดี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09760" y="1508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BBBCC"/>
                </a:solidFill>
                <a:latin typeface="Arial"/>
              </a:defRPr>
            </a:pPr>
            <a:r>
              <a:t>ความถี่แนะนำ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BBF24"/>
                </a:solidFill>
                <a:latin typeface="Arial"/>
              </a:defRPr>
            </a:pPr>
            <a:r>
              <a:t>⚠️ อย่าโพสต์เนื้อหาเดียวกันทุกที่โดยไม่ปรับ — แต่ละแพลตฟอร์มมีวัฒนธรรมต่างกัน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ไม่รู้จะพูดอะไร? ให้ AI เขียนบทพูดให้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F4444"/>
                </a:solidFill>
                <a:latin typeface="Arial"/>
              </a:defRPr>
            </a:pPr>
            <a:r>
              <a:t>ปัญหาที่เจอบ่อย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BBBBCC"/>
                </a:solidFill>
                <a:latin typeface="Arial"/>
              </a:defRPr>
            </a:pPr>
            <a:r>
              <a:t>😰 เปิดกล้องแล้วไม่รู้จะพูดอะไร</a:t>
            </a:r>
          </a:p>
          <a:p>
            <a:pPr>
              <a:spcAft>
                <a:spcPts val="800"/>
              </a:spcAft>
              <a:defRPr sz="1700">
                <a:solidFill>
                  <a:srgbClr val="BBBBCC"/>
                </a:solidFill>
                <a:latin typeface="Arial"/>
              </a:defRPr>
            </a:pPr>
            <a:r>
              <a:t>🔄 พูดวนไปวนมา ไม่มีจุดเริ่ม-จบ</a:t>
            </a:r>
          </a:p>
          <a:p>
            <a:pPr>
              <a:spcAft>
                <a:spcPts val="800"/>
              </a:spcAft>
              <a:defRPr sz="1700">
                <a:solidFill>
                  <a:srgbClr val="BBBBCC"/>
                </a:solidFill>
                <a:latin typeface="Arial"/>
              </a:defRPr>
            </a:pPr>
            <a:r>
              <a:t>⏱️ คลิปยาวเกินไป คนดูปิดก่อน</a:t>
            </a:r>
          </a:p>
          <a:p>
            <a:pPr>
              <a:spcAft>
                <a:spcPts val="800"/>
              </a:spcAft>
              <a:defRPr sz="1700">
                <a:solidFill>
                  <a:srgbClr val="BBBBCC"/>
                </a:solidFill>
                <a:latin typeface="Arial"/>
              </a:defRPr>
            </a:pPr>
            <a:r>
              <a:t>😵 อยากทำคลิปให้ความรู้ แต่จัดลำดับไม่ถูก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Arial"/>
              </a:defRPr>
            </a:pPr>
            <a:r>
              <a:t>AI ช่วยได้!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rial"/>
              </a:defRPr>
            </a:pPr>
            <a:r>
              <a:t>แค่บอกหัวข้อ AI เขียนบทพูดให้</a:t>
            </a:r>
            <a:br/>
            <a:r>
              <a:t>เราแค่อ่านแล้วปรับเป็นภาษาตัวเอง</a:t>
            </a:r>
            <a:br/>
            <a:r>
              <a:t>แล้วเปิดกล้องถ่ายได้เลย!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โครงสร้างคลิปที่ดี — ใช้ได้ทุกแพลตฟอร์ม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3474720" cy="16459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F4444"/>
                </a:solidFill>
                <a:latin typeface="Arial"/>
              </a:defRPr>
            </a:pPr>
            <a:r>
              <a:t>Hook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63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1-3 วินาที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ดึงคนดูให้หยุดเลื่อน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4114800"/>
            <a:ext cx="3474720" cy="16459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4206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8BDF8"/>
                </a:solidFill>
                <a:latin typeface="Arial"/>
              </a:defRPr>
            </a:pPr>
            <a:r>
              <a:t>เนื้อหา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663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15-50 วินาที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5029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สาระหลักที่อยากบอก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114800"/>
            <a:ext cx="3474720" cy="164592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4206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DE80"/>
                </a:solidFill>
                <a:latin typeface="Arial"/>
              </a:defRPr>
            </a:pPr>
            <a:r>
              <a:t>CTA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6634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3-5 วินาที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029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ชวนให้ทำอะไรสักอย่าง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BBBBCC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BBBBCC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Arial"/>
              </a:defRPr>
            </a:pPr>
            <a:r>
              <a:t>⚡ Hook สำคัญที่สุด! คนตัดสินใจดูต่อหรือปัดผ่านภายใน 1-3 วินาทีแรก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ตัวอย่าง: ให้ AI เขียน Script คลิป 30 วินาที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698480" cy="9144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Arial"/>
              </a:defRPr>
            </a:pPr>
            <a: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rial"/>
              </a:defRPr>
            </a:pPr>
            <a:r>
              <a:t>"เขียนบทพูดสำหรับคลิปสั้น 30 วินาที หัวข้อ 3 สิ่งที่ทำตอนเช้าแล้วผิวดี โทนกันเอง มี hook ดึงดูด"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3383280" cy="3840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4444"/>
                </a:solidFill>
                <a:latin typeface="Arial"/>
              </a:defRPr>
            </a:pPr>
            <a:r>
              <a:t>Hook (3 วินาที)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"ทำ 3 สิ่งนี้ทุกเช้า</a:t>
            </a:r>
            <a:br/>
            <a:r>
              <a:t>ผิวเปลี่ยนภายใน 2 สัปดาห์"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377440"/>
            <a:ext cx="4297680" cy="3840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Arial"/>
              </a:defRPr>
            </a:pPr>
            <a:r>
              <a:t>เนื้อหา (20 วินาที)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834640"/>
            <a:ext cx="3931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"อย่างแรก — ดื่มน้ำอุ่น 1 แก้ว</a:t>
            </a:r>
            <a:br/>
            <a:r>
              <a:t>ช่วยล้างสารพิษ</a:t>
            </a:r>
            <a:br/>
            <a:br/>
            <a:r>
              <a:t>อย่างที่สอง — ทาครีมกันแดดทุกวัน</a:t>
            </a:r>
            <a:br/>
            <a:r>
              <a:t>แม้อยู่บ้าน</a:t>
            </a:r>
            <a:br/>
            <a:br/>
            <a:r>
              <a:t>อย่างที่สาม — กินผักผลไม้สีส้มสีแดง</a:t>
            </a:r>
            <a:br/>
            <a:r>
              <a:t>วิตามินเอเยอะ ผิวจะโกลว์"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2377440"/>
            <a:ext cx="2926080" cy="3840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423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Arial"/>
              </a:defRPr>
            </a:pPr>
            <a:r>
              <a:t>CTA (5 วินาที)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8346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"ลองทำดูนะ</a:t>
            </a:r>
            <a:br/>
            <a:r>
              <a:t>กลับมาบอกผลใน comment!</a:t>
            </a:r>
            <a:br/>
            <a:r>
              <a:t>กด follow ไว้</a:t>
            </a:r>
            <a:br/>
            <a:r>
              <a:t>จะมีทิปส์แบบนี้ทุกวัน"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เทคนิค Hook — ดึงคนดูภายใน 3 วินาที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7472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Arial"/>
              </a:defRPr>
            </a:pPr>
            <a:r>
              <a:t>🔢 ตัวเลข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"3 สิ่งที่คนผิวสวยทำทุกเช้า"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คลิปให้ความรู้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280160"/>
            <a:ext cx="347472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Arial"/>
              </a:defRPr>
            </a:pPr>
            <a:r>
              <a:t>❓ คำถาม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9202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"เคยสงสัยไหมว่า ทำไมหน้าใส</a:t>
            </a:r>
            <a:br/>
            <a:r>
              <a:t>ไม่สม่ำเสมอ?"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คลิปแก้ปัญหา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280160"/>
            <a:ext cx="347472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Arial"/>
              </a:defRPr>
            </a:pPr>
            <a:r>
              <a:t>⚡ ความขัดแย้ง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19202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"ครีมราคา 100 บาท</a:t>
            </a:r>
            <a:br/>
            <a:r>
              <a:t>ดีกว่าครีมหลักพัน"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คลิปรีวิว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0480"/>
            <a:ext cx="347472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31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Arial"/>
              </a:defRPr>
            </a:pPr>
            <a:r>
              <a:t>🤫 ความลับ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805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"สิ่งที่ร้านอาหาร</a:t>
            </a:r>
            <a:br/>
            <a:r>
              <a:t>ไม่อยากให้รู้"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เปิดโปง/เบื้องหลัง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840480"/>
            <a:ext cx="347472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931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Arial"/>
              </a:defRPr>
            </a:pPr>
            <a:r>
              <a:t>📈 ก่อน-หลัง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4805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"จากยอด 0</a:t>
            </a:r>
            <a:br/>
            <a:r>
              <a:t>เป็นหมื่นใน 3 เดือน"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486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แชร์ประสบการณ์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0" y="3840480"/>
            <a:ext cx="3474720" cy="22860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3931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Arial"/>
              </a:defRPr>
            </a:pPr>
            <a:r>
              <a:t>🏆 ท้าทาย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4805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Arial"/>
              </a:defRPr>
            </a:pPr>
            <a:r>
              <a:t>"ลองทำแบบนี้ 7 วัน</a:t>
            </a:r>
            <a:br/>
            <a:r>
              <a:t>แล้วดูผล"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5486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เหมาะกับ: คลิป challenge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สูตร Script — 4 ประเภทคลิปที่ใช้บ่อย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743200" cy="4114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Arial"/>
              </a:defRPr>
            </a:pPr>
            <a:r>
              <a:t>📚 ให้ความรู้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Hook: "X สิ่งที่คุณไม่รู้"</a:t>
            </a:r>
            <a:br/>
            <a:r>
              <a:t>ข้อ 1: อธิบาย + เหตุผล</a:t>
            </a:r>
            <a:br/>
            <a:r>
              <a:t>ข้อ 2: อธิบาย + เหตุผล</a:t>
            </a:r>
            <a:br/>
            <a:r>
              <a:t>ข้อ 3: อธิบาย + เหตุผล</a:t>
            </a:r>
            <a:br/>
            <a:r>
              <a:t>CTA: "กด save + follow"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80160"/>
            <a:ext cx="2743200" cy="4114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472B6"/>
                </a:solidFill>
                <a:latin typeface="Arial"/>
              </a:defRPr>
            </a:pPr>
            <a:r>
              <a:t>🛒 ขายของ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2024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Hook: ผลลัพธ์/ก่อน-หลัง</a:t>
            </a:r>
            <a:br/>
            <a:r>
              <a:t>ปัญหา: ที่คนดูมี</a:t>
            </a:r>
            <a:br/>
            <a:r>
              <a:t>สินค้า: จุดเด่น 2-3 ข้อ</a:t>
            </a:r>
            <a:br/>
            <a:r>
              <a:t>Social Proof: คนอื่นใช้แล้ว</a:t>
            </a:r>
            <a:br/>
            <a:r>
              <a:t>CTA: "DM มาเลย"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2743200" cy="4114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Arial"/>
              </a:defRPr>
            </a:pPr>
            <a:r>
              <a:t>📖 เล่าเรื่อง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Hook: เหตุการณ์น่าสนใจ</a:t>
            </a:r>
            <a:br/>
            <a:r>
              <a:t>สถานการณ์: เกิดอะไรขึ้น</a:t>
            </a:r>
            <a:br/>
            <a:r>
              <a:t>อุปสรรค: เจออะไร</a:t>
            </a:r>
            <a:br/>
            <a:r>
              <a:t>จุดเปลี่ยน: ทำยังไง</a:t>
            </a:r>
            <a:br/>
            <a:r>
              <a:t>บทเรียน: สิ่งที่ได้เรียนรู้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280160"/>
            <a:ext cx="2743200" cy="4114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1371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Arial"/>
              </a:defRPr>
            </a:pPr>
            <a:r>
              <a:t>⭐ รีวิว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192024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Hook: ผลลัพธ์/ความประทับใจ</a:t>
            </a:r>
            <a:br/>
            <a:r>
              <a:t>สิ่งที่ชอบ: 2-3 ข้อ</a:t>
            </a:r>
            <a:br/>
            <a:r>
              <a:t>สิ่งที่ไม่ชอบ: 1 ข้อ (น่าเชื่อถือ)</a:t>
            </a:r>
            <a:br/>
            <a:r>
              <a:t>เหมาะกับใคร: บอกชัด</a:t>
            </a:r>
            <a:br/>
            <a:r>
              <a:t>สรุป: แนะนำหรือไม่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77840"/>
            <a:ext cx="11247120" cy="100584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Arial"/>
              </a:defRPr>
            </a:pPr>
            <a:r>
              <a:t>💡 Tips สำหรับถ่ายคลิป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อย่าท่องบทพูด — อ่านให้เข้าใจแล้วพูดเป็นภาษาตัวเอง  |  1 คลิป = 1 เรื่อง  |  ใส่ text overlay (คนดูปิดเสียงเยอะ)  |  ตัดช่วงเงียบออก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ปรับ Script ตามแพลตฟอร์ม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280160"/>
            <a:ext cx="2194560" cy="4114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F0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0050"/>
                </a:solidFill>
                <a:latin typeface="Arial"/>
              </a:defRPr>
            </a:pPr>
            <a:r>
              <a:t>TikTok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BBF24"/>
                </a:solidFill>
                <a:latin typeface="Arial"/>
              </a:defRPr>
            </a:pPr>
            <a:r>
              <a:t>15-60 วินาที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กันเอง เร็ว สนุก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6032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Hook ต้องแรง</a:t>
            </a:r>
            <a:br/>
            <a:r>
              <a:t>ตัดฉากบ่อย</a:t>
            </a:r>
            <a:br/>
            <a:r>
              <a:t>ใช้เพลง trending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1280160"/>
            <a:ext cx="2194560" cy="4114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371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472B6"/>
                </a:solidFill>
                <a:latin typeface="Arial"/>
              </a:defRPr>
            </a:pPr>
            <a:r>
              <a:t>IG Reels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BBF24"/>
                </a:solidFill>
                <a:latin typeface="Arial"/>
              </a:defRPr>
            </a:pPr>
            <a:r>
              <a:t>15-60 วินาที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สวยงาม aesthetic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6032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ภาพสวย + เนื้อหาดี</a:t>
            </a:r>
            <a:br/>
            <a:r>
              <a:t>เข้ากับ feed</a:t>
            </a:r>
            <a:br/>
            <a:r>
              <a:t>CTA: save/share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280160"/>
            <a:ext cx="2194560" cy="4114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1371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0000"/>
                </a:solidFill>
                <a:latin typeface="Arial"/>
              </a:defRPr>
            </a:pPr>
            <a:r>
              <a:t>YouTube Shorts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BBF24"/>
                </a:solidFill>
                <a:latin typeface="Arial"/>
              </a:defRPr>
            </a:pPr>
            <a:r>
              <a:t>30-60 วินาที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ให้ความรู้ ลงลึก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56032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เน้นสาระ</a:t>
            </a:r>
            <a:br/>
            <a:r>
              <a:t>ชวน subscribe</a:t>
            </a:r>
            <a:br/>
            <a:r>
              <a:t>อธิบายชัด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1280160"/>
            <a:ext cx="2194560" cy="4114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1371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38BDF8"/>
                </a:solidFill>
                <a:latin typeface="Arial"/>
              </a:defRPr>
            </a:pPr>
            <a:r>
              <a:t>Facebook Reels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BBF24"/>
                </a:solidFill>
                <a:latin typeface="Arial"/>
              </a:defRPr>
            </a:pPr>
            <a:r>
              <a:t>15-60 วินาที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เข้าถึงง่าย กว้าง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56032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ภาษาง่าย</a:t>
            </a:r>
            <a:br/>
            <a:r>
              <a:t>เข้าถึงทุกวัย</a:t>
            </a:r>
            <a:br/>
            <a:r>
              <a:t>CTA: share/comment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1280160"/>
            <a:ext cx="2194560" cy="411480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13716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0000"/>
                </a:solidFill>
                <a:latin typeface="Arial"/>
              </a:defRPr>
            </a:pPr>
            <a:r>
              <a:t>YouTube (ยาว)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1828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BBF24"/>
                </a:solidFill>
                <a:latin typeface="Arial"/>
              </a:defRPr>
            </a:pPr>
            <a:r>
              <a:t>5-15 นาที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Arial"/>
              </a:defRPr>
            </a:pPr>
            <a:r>
              <a:t>สาระจัดเต็ม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56032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Intro + เนื้อหา</a:t>
            </a:r>
            <a:br/>
            <a:r>
              <a:t>แบ่ง section</a:t>
            </a:r>
            <a:br/>
            <a:r>
              <a:t>Outro + subscribe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5577840"/>
            <a:ext cx="11612880" cy="100584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6235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Arial"/>
              </a:defRPr>
            </a:pPr>
            <a:r>
              <a:t>Prompt ปรับข้ามแพลตฟอร์ม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rial"/>
              </a:defRPr>
            </a:pPr>
            <a:r>
              <a:t>"ปรับ script คลิปนี้ให้เหมาะกับ [TikTok/YouTube/IG/Facebook]: [วาง script] ปรับความยาว โทน และ CTA ให้เข้ากับแพลตฟอร์ม"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เทคนิคขั้นสูง &amp; ข้อผิดพลาดที่ต้องระวัง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474720" cy="20116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rial"/>
              </a:defRPr>
            </a:pPr>
            <a:r>
              <a:t>🎯 Brand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บอก AI ให้จำ brand voice</a:t>
            </a:r>
            <a:br/>
            <a:r>
              <a:t>ตั้งแต่เริ่มแชท</a:t>
            </a:r>
            <a:br/>
            <a:r>
              <a:t>ใช้ซ้ำได้ทุกครั้ง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280160"/>
            <a:ext cx="3474720" cy="20116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472B6"/>
                </a:solidFill>
                <a:latin typeface="Arial"/>
              </a:defRPr>
            </a:pPr>
            <a:r>
              <a:t>📊 วิเคราะห์โพสต์ดี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ให้ AI วิเคราะห์ว่าทำไม</a:t>
            </a:r>
            <a:br/>
            <a:r>
              <a:t>โพสต์นั้นถึง engage ดี</a:t>
            </a:r>
            <a:br/>
            <a:r>
              <a:t>แล้วเขียนแบบเดียวกัน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280160"/>
            <a:ext cx="3474720" cy="20116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Arial"/>
              </a:defRPr>
            </a:pPr>
            <a:r>
              <a:t>🏷️ Hashtag 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9202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rial"/>
              </a:defRPr>
            </a:pPr>
            <a:r>
              <a:t>สร้างคลัง hashtag 50 อัน</a:t>
            </a:r>
            <a:br/>
            <a:r>
              <a:t>จัด 5 ชุด สลับใช้</a:t>
            </a:r>
            <a:br/>
            <a:r>
              <a:t>ไม่ซ้ำทุกโพสต์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F4444"/>
                </a:solidFill>
                <a:latin typeface="Arial"/>
              </a:defRPr>
            </a:pPr>
            <a:r>
              <a:t>❌ ข้อผิดพลาดที่คนมือใหม่มักทำ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2194560" cy="20116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06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Arial"/>
              </a:defRPr>
            </a:pPr>
            <a:r>
              <a:t>Prompt สั้นเกินไป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754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ยิ่งบอกละเอียด</a:t>
            </a:r>
            <a:br/>
            <a:r>
              <a:t>ยิ่งได้ตรงใจ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98064" y="4114800"/>
            <a:ext cx="2194560" cy="20116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4206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Arial"/>
              </a:defRPr>
            </a:pPr>
            <a:r>
              <a:t>ไม่ปรับ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4754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ต้องปรับให้</a:t>
            </a:r>
            <a:br/>
            <a:r>
              <a:t>เป็นตัวเอง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114800"/>
            <a:ext cx="2194560" cy="20116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4206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Arial"/>
              </a:defRPr>
            </a:pPr>
            <a:r>
              <a:t>Copy-Paste เลย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4754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ต้องอ่านทวน</a:t>
            </a:r>
            <a:br/>
            <a:r>
              <a:t>ทุกครั้ง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79792" y="4114800"/>
            <a:ext cx="2194560" cy="20116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16952" y="4206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Arial"/>
              </a:defRPr>
            </a:pPr>
            <a:r>
              <a:t>ไม่ตรวจข้อมูล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2" y="4754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AI อาจแต่งเรื่อง</a:t>
            </a:r>
            <a:br/>
            <a:r>
              <a:t>(hallucination)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20656" y="4114800"/>
            <a:ext cx="2194560" cy="20116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57816" y="4206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Arial"/>
              </a:defRPr>
            </a:pPr>
            <a:r>
              <a:t>ไม่ใช้ Follow-up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57816" y="4754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บอก AI ปรับ</a:t>
            </a:r>
            <a:br/>
            <a:r>
              <a:t>ไม่ต้องเริ่มใหม่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rial"/>
              </a:defRPr>
            </a:pPr>
            <a:r>
              <a:t>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Prompt Cheat Sheet — เก็บไว้ใช้ได้เลย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577840" cy="1554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472B6"/>
                </a:solidFill>
                <a:latin typeface="Arial"/>
              </a:defRPr>
            </a:pPr>
            <a:r>
              <a:t>เขียน Caption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เขียน caption [IG/FB/TikTok] เรื่อง [xxx]</a:t>
            </a:r>
            <a:br/>
            <a:r>
              <a:t>โทน [xxx] ใส่ emoji ความยาว [xxx] คำ มี CTA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577840" cy="1554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Arial"/>
              </a:defRPr>
            </a:pPr>
            <a:r>
              <a:t>สร้างภาพ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9164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สร้างภาพ [สไตล์] เรื่อง [xxx]</a:t>
            </a:r>
            <a:br/>
            <a:r>
              <a:t>สี [xxx] บรรยากาศ [xxx] มี [องค์ประกอบ]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26080"/>
            <a:ext cx="5577840" cy="1554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Arial"/>
              </a:defRPr>
            </a:pPr>
            <a:r>
              <a:t>วางแผนเดือน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2900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วางแผนโพสต์ [IG/TikTok/FB/YT] 30 วัน</a:t>
            </a:r>
            <a:br/>
            <a:r>
              <a:t>หัวข้อ [xxx] หลากหลายรูปแบบ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26080"/>
            <a:ext cx="5577840" cy="1554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017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Arial"/>
              </a:defRPr>
            </a:pPr>
            <a:r>
              <a:t>บทพูดคลิป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42900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เขียนบทพูดคลิปสั้น [30-60] วินาที</a:t>
            </a:r>
            <a:br/>
            <a:r>
              <a:t>หัวข้อ [xxx] มี hook โทน [xxx] ลง [platform]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663440"/>
            <a:ext cx="5577840" cy="1554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Arial"/>
              </a:defRPr>
            </a:pPr>
            <a:r>
              <a:t>หา Hashtag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6636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แนะนำ hashtag สำหรับโพสต์เรื่อง [xxx]</a:t>
            </a:r>
            <a:br/>
            <a:r>
              <a:t>แบ่ง popular, medium, niche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663440"/>
            <a:ext cx="5577840" cy="15544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754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Arial"/>
              </a:defRPr>
            </a:pPr>
            <a:r>
              <a:t>สร้าง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16636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rial"/>
              </a:defRPr>
            </a:pPr>
            <a:r>
              <a:t>สร้าง Hook สำหรับคลิปสั้น 10 แบบ</a:t>
            </a:r>
            <a:br/>
            <a:r>
              <a:t>หัวข้อ [xxx] เทคนิคหลากหลาย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ขอบคุณครับ! 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A78BFA"/>
                </a:solidFill>
                <a:latin typeface="Arial"/>
              </a:defRPr>
            </a:pPr>
            <a:r>
              <a:t>เริ่มต้นใช้ AI สร้างคอนเทนต์วันนี้เลย!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657600"/>
            <a:ext cx="2286000" cy="10972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3703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7C3AED"/>
                </a:solidFill>
                <a:latin typeface="Arial"/>
              </a:defRPr>
            </a:pPr>
            <a:r>
              <a:t>ChatGPT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Arial"/>
              </a:defRPr>
            </a:pPr>
            <a:r>
              <a:t>chat.openai.com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3657600"/>
            <a:ext cx="2286000" cy="10972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703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472B6"/>
                </a:solidFill>
                <a:latin typeface="Arial"/>
              </a:defRPr>
            </a:pPr>
            <a:r>
              <a:t>Claude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1605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Arial"/>
              </a:defRPr>
            </a:pPr>
            <a:r>
              <a:t>claude.ai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657600"/>
            <a:ext cx="2286000" cy="10972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3703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Arial"/>
              </a:defRPr>
            </a:pPr>
            <a:r>
              <a:t>Gemini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1605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Arial"/>
              </a:defRPr>
            </a:pPr>
            <a:r>
              <a:t>gemini.google.com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59" y="3657600"/>
            <a:ext cx="2286000" cy="1097280"/>
          </a:xfrm>
          <a:prstGeom prst="roundRect">
            <a:avLst/>
          </a:prstGeom>
          <a:solidFill>
            <a:srgbClr val="22223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39" y="3703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ADE80"/>
                </a:solidFill>
                <a:latin typeface="Arial"/>
              </a:defRPr>
            </a:pPr>
            <a:r>
              <a:t>Canva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39" y="41605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Arial"/>
              </a:defRPr>
            </a:pPr>
            <a:r>
              <a:t>canva.com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CC"/>
                </a:solidFill>
                <a:latin typeface="Arial"/>
              </a:defRPr>
            </a:pPr>
            <a:r>
              <a:t>AI ไม่ได้แทนที่ความคิดสร้างสรรค์ของเรา — แต่ช่วยให้เราสร้างสรรค์ได้เร็วขึ้น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BBF24"/>
                </a:solidFill>
                <a:latin typeface="Arial"/>
              </a:defRPr>
            </a:pPr>
            <a:r>
              <a:t>Q&amp;A — ถามได้เลยครับ!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